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PENN RESIDENTIAL SERVICES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2606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spc="-200" kern="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58368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desk staffing across all 13 houses.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ANDREW CHELIMO</a:t>
            </a:r>
            <a:pPr indent="0" marL="0">
              <a:buNone/>
            </a:pPr>
            <a:r>
              <a:rPr lang="en-US" sz="1000" spc="120" kern="0" dirty="0">
                <a:solidFill>
                  <a:srgbClr val="E3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|     </a:t>
            </a:r>
            <a:pPr indent="0" marL="0">
              <a:buNone/>
            </a:pPr>
            <a:r>
              <a:rPr lang="en-US" sz="100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HARNWELL COLLEGE 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schedule that fills its own empty desks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94767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house shares it. It updates the moment anything changes, it reminds people so shifts are not forgotten, and it finds coverage before a desk goes empty.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inbox. No more spreadsheet. No more group chat lottery.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these desks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dropped shifts, picked them up, floated to other houses, and watched the same handful of failures repeat every single week.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product looking for a problem. It is our problem, solved.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things that go wrong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still runs on an inbox, a group chat, or someone's memory.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459736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turn into an email negotiation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8256" y="2331720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4560" y="2459736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4560" y="2697480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are a group chat lottery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8144" y="2331720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4448" y="2459736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48" y="2697480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up, then forgotten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38031" y="2331720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4335" y="2459736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84335" y="2697480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runs on email and trust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54787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75888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for what experience already answers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18256" y="354787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4560" y="3675888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4560" y="3913632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that matter arrive incomplete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8144" y="3547872"/>
            <a:ext cx="25952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448" y="3675888"/>
            <a:ext cx="232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24448" y="3913632"/>
            <a:ext cx="230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are built by hand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problems. One cause. Stop me on any of them.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people, inboxes, a group chat, and memory. Everything that follows is </a:t>
            </a:r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0379E"/>
                </a:solidFill>
                <a:highlight>
                  <a:srgbClr val="EAF1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one fix applied seven times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put the truth in one place, and make it reach the person who needs it.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none of them talking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is live. None of them reminds anyone. The manager is the glue holding it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2513000" cy="0"/>
          </a:xfrm>
          <a:prstGeom prst="line">
            <a:avLst/>
          </a:prstGeom>
          <a:noFill/>
          <a:ln w="19050">
            <a:solidFill>
              <a:srgbClr val="1A1D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532888"/>
            <a:ext cx="251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Drops, swaps, float requests, hours paperwork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251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miss. Never a live picture. Everyone is cc'd, nobody is responsible.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5688" y="2423160"/>
            <a:ext cx="2513000" cy="0"/>
          </a:xfrm>
          <a:prstGeom prst="line">
            <a:avLst/>
          </a:prstGeom>
          <a:noFill/>
          <a:ln w="19050">
            <a:solidFill>
              <a:srgbClr val="1A1D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5688" y="2532888"/>
            <a:ext cx="251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45688" y="292608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holding the schedule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5688" y="3520440"/>
            <a:ext cx="251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the moment anything changes. Reminds no one of anything.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2423160"/>
            <a:ext cx="2513000" cy="0"/>
          </a:xfrm>
          <a:prstGeom prst="line">
            <a:avLst/>
          </a:prstGeom>
          <a:noFill/>
          <a:ln w="19050">
            <a:solidFill>
              <a:srgbClr val="1A1D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008" y="2532888"/>
            <a:ext cx="251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3008" y="292608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Cross-house pickups, last-minute cover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3008" y="3520440"/>
            <a:ext cx="251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replies. First come first served. No record.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0327" y="2423160"/>
            <a:ext cx="2513000" cy="0"/>
          </a:xfrm>
          <a:prstGeom prst="line">
            <a:avLst/>
          </a:prstGeom>
          <a:noFill/>
          <a:ln w="19050">
            <a:solidFill>
              <a:srgbClr val="1A1D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0327" y="2532888"/>
            <a:ext cx="251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20327" y="292608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who is actually coming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20327" y="3520440"/>
            <a:ext cx="251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if you have the number and they answer.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turn into an email negotiation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cannot make a shift. What happens next depends on who reads the email first.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1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7" name="Shape 5"/>
          <p:cNvSpPr/>
          <p:nvPr/>
        </p:nvSpPr>
        <p:spPr>
          <a:xfrm>
            <a:off x="245973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8" name="Shape 6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DROPPING A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authority runs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DESK STILL HAS SOMEONE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manager can approve it and edit the sheet. This case is fine.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23864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3320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DESK WOULD BE EMPTY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43320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manager can see it and can do nothing about it. It comes to you. You fill the desk yourself, or you pay for outside coverage.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closest to the problem is the one who cannot solve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1 OF 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5856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973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DROPPING A SHIFT, AFTER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drop, four communications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exist only because the first one might not be read in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52728" y="251460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student manager and the RSM.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6324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52728" y="306324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desk anyway, because email is not fast enough.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61188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52728" y="361188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not at Harnwell, call Harnwell too.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52728" y="416052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Harnwell pages the manager on duty.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person compensating for a system that cannot tell anyone anything.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1 OF 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5856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5973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7" name="Shape 25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8" name="Text 2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 the app. That is the whole process.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377440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reopens instantly, visible to everyone who could fill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7614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761488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and handoffs are agreed between the two workers, with no manager in the middle.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1455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145536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whether the desk would actually be empty.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5295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529584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goes looking for coverage when it truly would be.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5257800"/>
            <a:ext cx="10874959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5385816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QUIET PART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5641848"/>
            <a:ext cx="104726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Harnwell desk dropping from two workers to one is still covered, so nobody is paged. The system stays silent until a desk would have nobody on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1 OF 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5856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45973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Shape 16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are a group chat lottery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where the current process actively teaches people to stop trying.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2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8" name="Shape 6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SHIFT GETS OFFERED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mechanism is one message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10874959" cy="3520440"/>
          </a:xfrm>
          <a:prstGeom prst="roundRect">
            <a:avLst>
              <a:gd name="adj" fmla="val 1818"/>
            </a:avLst>
          </a:prstGeom>
          <a:solidFill>
            <a:srgbClr val="FCFD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96312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IC Workers group chat  ·  11:25 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6289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everyone! The following shifts are available at Rodin this week and for the week of 7/27 to 8/2. If you're interested please send me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379E"/>
                </a:solidFill>
                <a:highlight>
                  <a:srgbClr val="EAF1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phone number, email, and the IC you work at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Please ensure you specify the dates and times of the shift you pick up and make sure you are not exceeding 40 hours.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7/22   5pm to 8pm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7/26   5:30am to 8am  (NO COVERAGE)   8am to 12pm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7/27   4pm to 8pm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7/28   8am to 12pm  (NO COVERAGE)   12pm to 4pm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7/30   4pm to 8pm  (NO COVERAGE)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7/31   4pm to 8pm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8/1   5:30am to 8am   8am to 12pm   12pm to 4pm   8pm to 12am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claim one three-hour block, you file a small application.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2 OF 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UNDERNEATH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claims land in the replies, not in the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94767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people, five different slots, each acknowledged with a thumbs up. Nothing marks the original message as out of 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7955280" cy="384048"/>
          </a:xfrm>
          <a:prstGeom prst="roundRect">
            <a:avLst>
              <a:gd name="adj" fmla="val 11905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55648" y="2697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take Friday 7/31 4pm to 8pm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73568" y="2697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154680"/>
            <a:ext cx="7955280" cy="384048"/>
          </a:xfrm>
          <a:prstGeom prst="roundRect">
            <a:avLst>
              <a:gd name="adj" fmla="val 11905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55648" y="31546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pick up saturday 12-4pm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611880"/>
            <a:ext cx="7955280" cy="384048"/>
          </a:xfrm>
          <a:prstGeom prst="roundRect">
            <a:avLst>
              <a:gd name="adj" fmla="val 11905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55648" y="36118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8/2 8pm-12am too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73568" y="3611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069080"/>
            <a:ext cx="7955280" cy="384048"/>
          </a:xfrm>
          <a:prstGeom prst="roundRect">
            <a:avLst>
              <a:gd name="adj" fmla="val 11905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69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Sunny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4069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do 8/1 8am-12pm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73568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526280"/>
            <a:ext cx="7955280" cy="384048"/>
          </a:xfrm>
          <a:prstGeom prst="roundRect">
            <a:avLst>
              <a:gd name="adj" fmla="val 11905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26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55648" y="45262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can do Monday 4-8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73568" y="4526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sixth person cannot tell what is left without reading every reply.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2 OF 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30" name="Shape 28"/>
          <p:cNvSpPr/>
          <p:nvPr/>
        </p:nvSpPr>
        <p:spPr>
          <a:xfrm>
            <a:off x="237744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32" name="Shape 30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33" name="Shape 31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35" name="Shape 33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36" name="Text 34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PICKING UP A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claimed a shift. It was already gone.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8778240" cy="1554480"/>
          </a:xfrm>
          <a:prstGeom prst="roundRect">
            <a:avLst>
              <a:gd name="adj" fmla="val 4118"/>
            </a:avLst>
          </a:prstGeom>
          <a:solidFill>
            <a:srgbClr val="FCFD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9631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message  ·  from a Harrison student manager  ·  3:32 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8266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Andrew, this is Adailia from Harrison! I made an error on my end and listed Mon 5-9pm as an available shift,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379E"/>
                </a:solidFill>
                <a:highlight>
                  <a:srgbClr val="EAF1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it was taken by someone else prior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My apologies for that, but please let me know if you'd like any of the remaining shifts in the main gc!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shifts are not unfillable. People have learned not to bother.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2 OF 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feed. Claimed means gone.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5146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house and every other house, in one list.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89864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with one tap. It disappears for everyone.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28269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 of a shift, not just all of 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666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6667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phone, or email. It knows who you are.</a:t>
            </a:r>
            <a:endParaRPr lang="en-US" sz="1350" dirty="0"/>
          </a:p>
        </p:txBody>
      </p:sp>
      <p:pic>
        <p:nvPicPr>
          <p:cNvPr id="12" name="Image 0" descr="/Users/DaChelimo/Documents/TechWork/Shift@PennHousing/docs/pitch/deck/assets/shot-s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91994" cy="5852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2 OF 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2"/>
          <p:cNvSpPr/>
          <p:nvPr/>
        </p:nvSpPr>
        <p:spPr>
          <a:xfrm>
            <a:off x="237744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6" name="Shape 13"/>
          <p:cNvSpPr/>
          <p:nvPr/>
        </p:nvSpPr>
        <p:spPr>
          <a:xfrm>
            <a:off x="257860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Shape 15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6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7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8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up, then forgotten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way a desk ends up empty is not malice. It is memory.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3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lives nowhere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52728" y="251460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agree to a shift in a group chat or an email.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2728" y="306324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have to remember to add it to your own calendar.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52728" y="361188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part of your routine, so often it does not happen.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416052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exists in a message and in your intention. Nowhere else.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finds out until the desk is empty.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3 OF 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1" name="Shape 19"/>
          <p:cNvSpPr/>
          <p:nvPr/>
        </p:nvSpPr>
        <p:spPr>
          <a:xfrm>
            <a:off x="2496312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6" name="Text 24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on your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5146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it put it there. Nothing to add.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89864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screen widget, so it is in front of you.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28269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about your own shifts cannot be silenced.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666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6667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anything and it updates everywhere at once.</a:t>
            </a:r>
            <a:endParaRPr lang="en-US" sz="1350" dirty="0"/>
          </a:p>
        </p:txBody>
      </p:sp>
      <p:pic>
        <p:nvPicPr>
          <p:cNvPr id="12" name="Image 0" descr="/Users/DaChelimo/Documents/TechWork/Shift@PennHousing/docs/pitch/deck/assets/shot-s-my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91994" cy="5852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3 OF 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2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3"/>
          <p:cNvSpPr/>
          <p:nvPr/>
        </p:nvSpPr>
        <p:spPr>
          <a:xfrm>
            <a:off x="2496312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748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Shape 15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6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7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8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04  ·  THE BIG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runs on email and trust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worker from one house to cover another. It matters most in fall and spring, and it fails in five different ways.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7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FLOATING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people. Two calls. One hour of cover.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8778240" cy="3749040"/>
          </a:xfrm>
          <a:prstGeom prst="roundRect">
            <a:avLst>
              <a:gd name="adj" fmla="val 1707"/>
            </a:avLst>
          </a:prstGeom>
          <a:solidFill>
            <a:srgbClr val="FCFD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9631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thread  ·  Sunday  ·  12:44 PM to 12:56 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82661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Andrew, 12:44 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Rodin just called requesting a floater from 1:00 PM to 2:00 PM. I initially told them to call the Quad first, but they currently have Allied coverage and are unable to check. She later called back, and I asked her to call again 20 minutes before 1:00 PM. However, she mentioned she will be unavailable from 11:30 AM onward. Since we have two workers scheduled at that time, I wanted to pass this along to see whether Jing can float to the Rodin desk for that hour.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Abraham, 12:56 PM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the heads up. Jing can float to Rodin from 1:00 to 2:00 PM. Also, I did call her and she mentioned you texted her, which is okay, but for future reference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379E"/>
                </a:solidFill>
                <a:highlight>
                  <a:srgbClr val="EAF1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please use the desk phone to call the scheduled worker directly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Calls are preferred since they get an immediate yes or no, whereas a text might be seen late or ignored.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0" name="Shape 8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1" name="Shape 9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Shape 11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4" name="Shape 12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5" name="Text 1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THAT LAST LINE AGAIN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know the channel is unreliable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45720" cy="137160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25146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might be seen late or ignored, especially for time sensitive coverage like this.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instinct, written down by a manager. The problem is that a phone call is the only tool available that gives a yes or 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makes the answer part of the request, so nobody has to chase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it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310896" cy="310896"/>
          </a:xfrm>
          <a:prstGeom prst="ellipse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23134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saw the email.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never knew they were meant to float at 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935224"/>
            <a:ext cx="310896" cy="310896"/>
          </a:xfrm>
          <a:prstGeom prst="ellipse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91693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saw it, agreed, and forgot.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go to their home desk on autopilot. The desk they were covering sits empty.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3538728"/>
            <a:ext cx="310896" cy="310896"/>
          </a:xfrm>
          <a:prstGeom prst="ellipse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3520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replied.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whether anyone is coming, so the reply gets assumed.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4142232"/>
            <a:ext cx="310896" cy="310896"/>
          </a:xfrm>
          <a:prstGeom prst="ellipse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412394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reach them en route.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waits five minutes, panics, and pages for paid coverage.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745736"/>
            <a:ext cx="310896" cy="310896"/>
          </a:xfrm>
          <a:prstGeom prst="ellipse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47274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 can be dodged.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says it has no floater. There is no way to check, so the burden lands on Harnwell.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3" name="Shape 21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4" name="Shape 22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6" name="Shape 24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7" name="Text 2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2, THE WORST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float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29968" y="2423160"/>
            <a:ext cx="6949440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/>
        </p:spPr>
      </p:sp>
      <p:sp>
        <p:nvSpPr>
          <p:cNvPr id="6" name="Text 4"/>
          <p:cNvSpPr/>
          <p:nvPr/>
        </p:nvSpPr>
        <p:spPr>
          <a:xfrm>
            <a:off x="2176272" y="2423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Harnwell   12:00 to 18:00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9968" y="2926080"/>
            <a:ext cx="4636008" cy="365760"/>
          </a:xfrm>
          <a:prstGeom prst="roundRect">
            <a:avLst>
              <a:gd name="adj" fmla="val 10000"/>
            </a:avLst>
          </a:prstGeom>
          <a:solidFill>
            <a:srgbClr val="0061FC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DuBois   12:00 to 16:00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57416" y="2926080"/>
            <a:ext cx="222199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Harnwell 16:00 to 18:00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working either way, so nothing feels wrong. You show up at Harnwell.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0379E"/>
                </a:solidFill>
                <a:highlight>
                  <a:srgbClr val="EAF1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Two desks are now wrong at once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one you left uncovered, and the one you are standing at.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3, WITH A REAL NUMBER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if the floater is coming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5h45m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spc="1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CONFIRM ONE HOUR OF COVER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83280" y="2514600"/>
            <a:ext cx="0" cy="173736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3:20 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2560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float request goes out by email.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3154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reply. No status anywhere. Nobody can tell whether the desk is covered.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9:05 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replies to acknowledge.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dates, one of my own floats to Mayer Hall.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Shape 21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4" name="Text 22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float finds them, and answers 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5146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decline with one tap.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89864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deadline, counting down.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28269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at 6h, 2h, 1h, 30m, and 5m.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666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6667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who has answered, at a glance.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 seconds, not five hours and forty five minutes.</a:t>
            </a:r>
            <a:endParaRPr lang="en-US" sz="1150" dirty="0"/>
          </a:p>
        </p:txBody>
      </p:sp>
      <p:pic>
        <p:nvPicPr>
          <p:cNvPr id="13" name="Image 0" descr="/Users/DaChelimo/Documents/TechWork/Shift@PennHousing/docs/pitch/deck/assets/shot-s-my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91994" cy="5852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3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4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5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9" name="Shape 16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7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2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desk can reach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5146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showing who is on every desk, right now.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89864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anyone to see their details and call them.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28269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Cross-house cover is colour coded and labelled.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666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6667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kills the panic page while a floater is two minutes away.</a:t>
            </a:r>
            <a:endParaRPr lang="en-US" sz="1350" dirty="0"/>
          </a:p>
        </p:txBody>
      </p:sp>
      <p:pic>
        <p:nvPicPr>
          <p:cNvPr id="12" name="Image 0" descr="/Users/DaChelimo/Documents/TechWork/Shift@PennHousing/docs/pitch/deck/assets/shot-s-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91994" cy="5852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2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3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4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8" name="Shape 15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6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7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8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 is enforced, not trusted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says it has no floater available. There is no way to verify it, so the burden quietly moves to whoever will say yes.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23864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3320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THE APP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43320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picks the floater from the real staffing picture. A desk can never be left below one worker, and Harnwell is never a destination.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being the person who has to push back.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4 OF 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5184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635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for what experience already answers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on duty is the first stop for questions that should never have reached them.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5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exists. It is just not findable in the moment.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4297680" cy="640080"/>
          </a:xfrm>
          <a:prstGeom prst="roundRect">
            <a:avLst>
              <a:gd name="adj" fmla="val 8571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group get access to this room?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38928" y="2331720"/>
            <a:ext cx="4297680" cy="640080"/>
          </a:xfrm>
          <a:prstGeom prst="roundRect">
            <a:avLst>
              <a:gd name="adj" fmla="val 8571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21808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PAN card is not working and I have tried the obvious things.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108960"/>
            <a:ext cx="4297680" cy="640080"/>
          </a:xfrm>
          <a:prstGeom prst="roundRect">
            <a:avLst>
              <a:gd name="adj" fmla="val 8571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108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contractor is asking to be let in. Do I?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38928" y="3108960"/>
            <a:ext cx="4297680" cy="640080"/>
          </a:xfrm>
          <a:prstGeom prst="roundRect">
            <a:avLst>
              <a:gd name="adj" fmla="val 8571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3108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is going off in one room. Is that a building thing?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5349240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5477256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HIDDEN COSTS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5733288"/>
            <a:ext cx="104726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workers take a long time to get up to speed, and hard-won knowledge leaves when people graduate. The binder exists. Long documents do not get read at the moment of need.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5 OF 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734056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first. Page only if you still need 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5146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strictly in the official documentation.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89864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cites the document it answered from.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28269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who is actually on duty right now.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666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6667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role and house, so answers fit the asker.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working. Whether it reduces pages is exactly what a pilot would measure.</a:t>
            </a:r>
            <a:endParaRPr lang="en-US" sz="1150" dirty="0"/>
          </a:p>
        </p:txBody>
      </p:sp>
      <p:pic>
        <p:nvPicPr>
          <p:cNvPr id="13" name="Image 0" descr="/Users/DaChelimo/Documents/TechWork/Shift@PennHousing/docs/pitch/deck/assets/shot-s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691994" cy="5852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5 OF 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3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4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5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6"/>
          <p:cNvSpPr/>
          <p:nvPr/>
        </p:nvSpPr>
        <p:spPr>
          <a:xfrm>
            <a:off x="2734056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0" name="Shape 17"/>
          <p:cNvSpPr/>
          <p:nvPr/>
        </p:nvSpPr>
        <p:spPr>
          <a:xfrm>
            <a:off x="293522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2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that matter arrive incomplete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page is genuinely warranted, it often lands without the one fact that decides the response.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6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1" name="Shape 9"/>
          <p:cNvSpPr/>
          <p:nvPr/>
        </p:nvSpPr>
        <p:spPr>
          <a:xfrm>
            <a:off x="285292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MISSING FACTS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call-back costs the same time twice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ARRIVES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is a water leak."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23864" y="2331720"/>
            <a:ext cx="5309464" cy="1828800"/>
          </a:xfrm>
          <a:prstGeom prst="roundRect">
            <a:avLst>
              <a:gd name="adj" fmla="val 35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3320" y="2514600"/>
            <a:ext cx="487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NEEDED TO ACT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43320" y="2834640"/>
            <a:ext cx="4870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building and room. One room or building wide. What was already tried. When the desk shift ends. Whether anyone is on the way.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manager on duty calls back, and resolution slows down.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6 OF 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6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5292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becomes a guided form, not a blank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377440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for the specific facts that this kind of situation needs.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7614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761488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categorises and routes to the right tier, not always straight to the top.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1455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145536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still reviews and edits everything before it sends.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5295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529584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flow surfaces the answer before a page is needed at 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5257800"/>
            <a:ext cx="10874959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5385816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CAME FROM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5641848"/>
            <a:ext cx="104726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is not my observation. It came from the Harnwell housing manager, who named incomplete pages as the thing that slows her down most.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6 OF 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2928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409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D8DCE2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A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90461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are built by hand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1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cycle, a student manager reconciles everyone's availability across a pile of spreadsheets.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7 OF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1" name="Shape 9"/>
          <p:cNvSpPr/>
          <p:nvPr/>
        </p:nvSpPr>
        <p:spPr>
          <a:xfrm>
            <a:off x="285292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BUILD WEEK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reconciliation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52728" y="251460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everyone's preferences and target hours.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2728" y="306324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several spreadsheets side by side.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611880"/>
            <a:ext cx="10874959" cy="457200"/>
          </a:xfrm>
          <a:prstGeom prst="roundRect">
            <a:avLst>
              <a:gd name="adj" fmla="val 12000"/>
            </a:avLst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52728" y="361188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by hand against coverage, hours, and who cannot work when.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4160520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only as good as one person's patience at 1am.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897880"/>
            <a:ext cx="36576" cy="365760"/>
          </a:xfrm>
          <a:prstGeom prst="rect">
            <a:avLst/>
          </a:prstGeom>
          <a:solidFill>
            <a:srgbClr val="0061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someone transfers or drops out, much of it is done again.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5769864"/>
            <a:ext cx="10874959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7 OF 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1" name="Shape 19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3" name="Shape 21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4" name="Shape 22"/>
          <p:cNvSpPr/>
          <p:nvPr/>
        </p:nvSpPr>
        <p:spPr>
          <a:xfrm>
            <a:off x="285292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6" name="Text 24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 the schedule. You still decide.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0976" y="2377440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full draft for the house from everyone's submitted preferences.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27614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761488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manager reviews it and edits anything they like.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1455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145536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first draft that removes the tedious pass, not an autopilot.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5295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3529584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always wins over preference. It will not leave a fillable seat empty to make someone happier.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5257800"/>
            <a:ext cx="10874959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5385816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GUARANTEE THAT MATTERS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5641848"/>
            <a:ext cx="104726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someone marked "cannot work" is not a preference the system weighs. It is a hard rule. A draft that assigns anyone to a blocked slot is rejected as invalid before it is ever shown.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7 OF 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8" name="Shape 16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292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WOULD MEASURE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on what actually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it to the schedule we happened to build is a weak test. A different schedule can be a better one.</a:t>
            </a:r>
            <a:endParaRPr lang="en-US" sz="13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60320"/>
          <a:ext cx="8778240" cy="246888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5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5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 BY HAND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5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DRAFTED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5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GOOD IS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Workers who hit their target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"Cannot work" violations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by design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shifts that were preferred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spread, hours against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gaps left unfilled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6BC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 fill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5212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go in as soon as I have the summer records. I would rather show you the real result, including where it loses, than a number you cannot check.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" y="6400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7 OF 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5856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9" name="Shape 6"/>
          <p:cNvSpPr/>
          <p:nvPr/>
        </p:nvSpPr>
        <p:spPr>
          <a:xfrm>
            <a:off x="2377440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0" name="Shape 7"/>
          <p:cNvSpPr/>
          <p:nvPr/>
        </p:nvSpPr>
        <p:spPr>
          <a:xfrm>
            <a:off x="2496312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1" name="Shape 8"/>
          <p:cNvSpPr/>
          <p:nvPr/>
        </p:nvSpPr>
        <p:spPr>
          <a:xfrm>
            <a:off x="2615184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2" name="Shape 9"/>
          <p:cNvSpPr/>
          <p:nvPr/>
        </p:nvSpPr>
        <p:spPr>
          <a:xfrm>
            <a:off x="2734056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2928" y="6501384"/>
            <a:ext cx="54864" cy="54864"/>
          </a:xfrm>
          <a:prstGeom prst="rect">
            <a:avLst>
              <a:gd name="adj" fmla="val 50000"/>
            </a:avLst>
          </a:prstGeom>
          <a:solidFill>
            <a:srgbClr val="A9B2BD"/>
          </a:solidFill>
          <a:ln/>
        </p:spPr>
      </p:sp>
      <p:sp>
        <p:nvSpPr>
          <p:cNvPr id="14" name="Shape 11"/>
          <p:cNvSpPr/>
          <p:nvPr/>
        </p:nvSpPr>
        <p:spPr>
          <a:xfrm>
            <a:off x="2971800" y="6501384"/>
            <a:ext cx="146304" cy="54864"/>
          </a:xfrm>
          <a:prstGeom prst="rect">
            <a:avLst>
              <a:gd name="adj" fmla="val 50000"/>
            </a:avLst>
          </a:prstGeom>
          <a:solidFill>
            <a:srgbClr val="0061FC"/>
          </a:solidFill>
          <a:ln/>
        </p:spPr>
      </p:sp>
      <p:sp>
        <p:nvSpPr>
          <p:cNvPr id="15" name="Text 12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ACTUALLY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mockup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2688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schedule shared by all 13 houses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47488" y="24231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21808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Drops, claims, and partial claims in 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8072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and one-way handoffs, agreed peer to peer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47488" y="28072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21808" y="2807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float assignment with tap to acknowledge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31912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191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reminders at 6h, 2h, 1h, 30m, 5m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47488" y="31912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3191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coverage search, paid cover as last resort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5753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75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widgets for your next shift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47488" y="35753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1808" y="3575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you cannot miss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9593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worker to see details and call them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39593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split into home, floated, and cross-house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434340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assistant that cites its sources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47488" y="434340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Android, and a web view for managers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AM ASKING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prove it in one house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829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Harnwell is the natural place to start. It carries the most floating complexity, and I work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2743200" cy="0"/>
          </a:xfrm>
          <a:prstGeom prst="line">
            <a:avLst/>
          </a:prstGeom>
          <a:noFill/>
          <a:ln w="25400">
            <a:solidFill>
              <a:srgbClr val="0061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trial window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staffing through the app for a few weeks, alongside the current process.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75888" y="2651760"/>
            <a:ext cx="2743200" cy="0"/>
          </a:xfrm>
          <a:prstGeom prst="line">
            <a:avLst/>
          </a:prstGeom>
          <a:noFill/>
          <a:ln w="25400">
            <a:solidFill>
              <a:srgbClr val="0061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5888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75888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for anyone who does not want it to. If we stop, nothing breaks.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93408" y="2651760"/>
            <a:ext cx="2743200" cy="0"/>
          </a:xfrm>
          <a:prstGeom prst="line">
            <a:avLst/>
          </a:prstGeom>
          <a:noFill/>
          <a:ln w="25400">
            <a:solidFill>
              <a:srgbClr val="0061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61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93408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of contact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93408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worker and schedule data, so the pilot runs on the truth.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6060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desks stay covered because of your inbox and everyone's memory.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40690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schedule live, reminds people so shifts are not forgotten, lets workers reach each other, and fills empty desks automatically and fairly.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C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2026-07-23T13:55:12Z</dcterms:created>
  <dcterms:modified xsi:type="dcterms:W3CDTF">2026-07-23T13:55:12Z</dcterms:modified>
</cp:coreProperties>
</file>